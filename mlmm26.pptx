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39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1536A-4544-5815-038A-C608B40E28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1B6B1E-75E5-7E3E-1468-D4A3E4E246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AE6EDC-F1BB-CA73-2870-2B907ADB3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92F81-6308-F345-B8DB-A2C87330AB97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0409E8-9E90-B723-9EE5-D0FE992BC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5ED65A-C1C3-F0B4-AFD8-55D8EB2D0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64AFE-BAE9-8C45-ACBE-75A38631EA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12557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09E8C-8541-7EA8-62F8-A4682EF84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994D3-D4B9-5061-4795-18292A6A3F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9B4B06-2F94-7DF6-B18B-462AD70FF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92F81-6308-F345-B8DB-A2C87330AB97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5C4F46-577D-0A68-45E2-49A01FBE5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E49CDC-7E76-8B41-D538-C37B4AE4C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64AFE-BAE9-8C45-ACBE-75A38631EA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6857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CE1BCD-EEF9-3D18-E45D-8E78D22BC4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824736-4843-CE75-BAA9-7F29706CD0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44A323-CA69-526B-F6C1-F272DA4B74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92F81-6308-F345-B8DB-A2C87330AB97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87D534-42B8-2925-9208-C67AFA0BAF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CCC5D1-A5D9-1B78-1182-10F572D72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64AFE-BAE9-8C45-ACBE-75A38631EA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4619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05C061-9C17-3801-7253-F357D14047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38A857-CBB0-198E-F3A1-8817DA1B96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0D69AB-EBCA-1654-4606-6114ABF340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F04B11-4C0B-612F-73E1-EBCB0C599F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92F81-6308-F345-B8DB-A2C87330AB97}" type="datetimeFigureOut">
              <a:rPr lang="en-US" smtClean="0"/>
              <a:t>10/8/26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B10E08-3BED-B1C9-A605-9BA02FD59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0F256A-424E-3921-2DE7-98D31983D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64AFE-BAE9-8C45-ACBE-75A38631EA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59291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F3208-F36F-8AB9-55B3-7B7FACD2E9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C10021-C7FE-C575-DAE3-0DA90DD068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A9C99A-8522-32F4-ACF4-9D16138A1C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6D1D9D-FF17-8A26-9C88-60185DD2C0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DE169A-2E70-FB71-D6D8-331BD66ED6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41490DD-C633-59A3-E814-2C12CFF27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92F81-6308-F345-B8DB-A2C87330AB97}" type="datetimeFigureOut">
              <a:rPr lang="en-US" smtClean="0"/>
              <a:t>10/8/26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C272E16-52D7-27E0-66E8-2FA16163FC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E88010D-57A2-54FC-AFE5-85C1A53FA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64AFE-BAE9-8C45-ACBE-75A38631EA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9791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49BB2-C6B9-13CD-1D9B-7A7DA0F75F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2502E3-AC0F-5818-430C-C543B17BE0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92F81-6308-F345-B8DB-A2C87330AB97}" type="datetimeFigureOut">
              <a:rPr lang="en-US" smtClean="0"/>
              <a:t>10/8/26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8C3169-B656-1DA7-D640-338931238E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BD8600-D7B9-CF6C-98F5-61B9ED4A7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64AFE-BAE9-8C45-ACBE-75A38631EA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5052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83D57DE-B7F7-9D9E-6039-A77B5434A9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92F81-6308-F345-B8DB-A2C87330AB97}" type="datetimeFigureOut">
              <a:rPr lang="en-US" smtClean="0"/>
              <a:t>10/8/26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B67C8C-3AAE-E87F-0A05-DCD5426E82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61ECF6-6513-10AA-082F-011BEC092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64AFE-BAE9-8C45-ACBE-75A38631EA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2181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25D86B-D206-AF6A-C5E9-535C6BCF0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2025B2-0774-171D-3057-1B5450D698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813AFD-C199-4559-6B65-23A635FBFA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D55822-E108-9C11-577E-F36A101EA0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92F81-6308-F345-B8DB-A2C87330AB97}" type="datetimeFigureOut">
              <a:rPr lang="en-US" smtClean="0"/>
              <a:t>10/8/26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5490F9-EF33-B769-0D8B-3E6C968E2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D1BB85-71DD-8399-02D7-50DDE13CB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64AFE-BAE9-8C45-ACBE-75A38631EA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8494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6DBE4-659E-1FA3-4E16-F4AC37F95D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9BA6DF3-658F-D075-D4F8-9E114779C1F3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00806B-E3C1-F731-718C-7448A02D63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5D587D-0A64-8425-1030-440C3FCAA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92F81-6308-F345-B8DB-A2C87330AB97}" type="datetimeFigureOut">
              <a:rPr lang="en-US" smtClean="0"/>
              <a:t>10/8/26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7F2AF6-E0AC-678C-36A0-1C3C5BC672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8F077A-4C7F-AE9C-42FE-0ECFACB7B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64AFE-BAE9-8C45-ACBE-75A38631EA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39982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72D1EC-4E12-335C-6FEF-E831210CA8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6E07E4-A00A-3FC3-C761-F8BECE3719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9847FA-2091-4E51-5360-405C6AEA8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92F81-6308-F345-B8DB-A2C87330AB97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DDEE1A-6786-1D12-1560-1F9674F54C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0434D0-6AC2-568A-A0F9-B5A9E6A9C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64AFE-BAE9-8C45-ACBE-75A38631EA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9515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182692B-6063-7F0D-6474-CABBFD23A2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8DD1D9-2D7F-10AA-8A1A-C61B05BC99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FA4F17-AAFD-B911-4E8C-6B0ED6E79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92F81-6308-F345-B8DB-A2C87330AB97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EC0899-2FE0-B179-03CC-895C11D3B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400197-EB2D-2615-9BA7-73AF4CED8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64AFE-BAE9-8C45-ACBE-75A38631EA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46498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9AECF9F-6D9C-DE89-CE94-3F3A887B24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67CAA8-04E3-815B-C14F-D18753020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CA4E30-0CA9-3F76-B24B-F77661CE1E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592F81-6308-F345-B8DB-A2C87330AB97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088641-E8F1-6509-D3F4-42B83EB876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FEDC2B-DDFA-CDD9-42F6-E7505B673D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864AFE-BAE9-8C45-ACBE-75A38631EA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142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tatameghan.github.io/MLMM-webinar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5408CE-2F56-248F-840E-5FCFCD64F8D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AACE82E-6AAA-402F-6E08-D4A021AB82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52919" y="0"/>
            <a:ext cx="12544919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E59DC3B-5374-14CC-579A-6ED1A3645A75}"/>
              </a:ext>
            </a:extLst>
          </p:cNvPr>
          <p:cNvSpPr txBox="1"/>
          <p:nvPr/>
        </p:nvSpPr>
        <p:spPr>
          <a:xfrm>
            <a:off x="1849820" y="6095265"/>
            <a:ext cx="833470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PP Neue Montreal" pitchFamily="2" charset="77"/>
                <a:ea typeface="PP Neue Montreal" pitchFamily="2" charset="77"/>
              </a:rPr>
              <a:t>Access the slides: </a:t>
            </a:r>
            <a:r>
              <a:rPr lang="en-US" sz="2000" dirty="0">
                <a:solidFill>
                  <a:schemeClr val="bg1"/>
                </a:solidFill>
                <a:latin typeface="PP Neue Montreal" pitchFamily="2" charset="77"/>
                <a:ea typeface="PP Neue Montreal" pitchFamily="2" charset="77"/>
                <a:hlinkClick r:id="rId3"/>
              </a:rPr>
              <a:t>https://statameghan.github.io/MLMM-webinar/</a:t>
            </a:r>
            <a:endParaRPr lang="en-US" sz="2000" dirty="0">
              <a:solidFill>
                <a:schemeClr val="bg1"/>
              </a:solidFill>
              <a:latin typeface="PP Neue Montreal" pitchFamily="2" charset="77"/>
              <a:ea typeface="PP Neue Montreal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0202414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94A2B8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14</Words>
  <Application>Microsoft Macintosh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PP Neue Montreal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Meghan Cain</dc:creator>
  <cp:lastModifiedBy>Meghan Cain</cp:lastModifiedBy>
  <cp:revision>1</cp:revision>
  <dcterms:created xsi:type="dcterms:W3CDTF">2026-10-08T20:32:21Z</dcterms:created>
  <dcterms:modified xsi:type="dcterms:W3CDTF">2026-10-08T20:37:27Z</dcterms:modified>
</cp:coreProperties>
</file>